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34" y="2559081"/>
            <a:ext cx="8242240" cy="1646302"/>
          </a:xfrm>
        </p:spPr>
        <p:txBody>
          <a:bodyPr/>
          <a:lstStyle/>
          <a:p>
            <a:pPr algn="ctr"/>
            <a:r>
              <a:rPr lang="en-US" sz="7200" dirty="0" smtClean="0"/>
              <a:t>Automated Blood Donor Availability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384104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944451"/>
            <a:ext cx="8596668" cy="13208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Problem Statement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36665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In emergency situations, finding a suitable blood donor quickly is often challenging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Hospitals, NGOs, and individuals usually rely on manual communication methods such as phone calls, messages, or social media requests to locate donors.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4482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576" y="246750"/>
            <a:ext cx="8596668" cy="1320800"/>
          </a:xfrm>
        </p:spPr>
        <p:txBody>
          <a:bodyPr/>
          <a:lstStyle/>
          <a:p>
            <a:r>
              <a:rPr lang="en-US" dirty="0" smtClean="0"/>
              <a:t>Workflow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0311" y="907150"/>
            <a:ext cx="7392472" cy="583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459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Advantages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Fully automated </a:t>
            </a:r>
            <a:r>
              <a:rPr lang="en-US" sz="2800" dirty="0" smtClean="0"/>
              <a:t>process</a:t>
            </a:r>
          </a:p>
          <a:p>
            <a:r>
              <a:rPr lang="en-US" sz="2800" dirty="0" smtClean="0"/>
              <a:t>Real-time </a:t>
            </a:r>
            <a:r>
              <a:rPr lang="en-US" sz="2800" dirty="0"/>
              <a:t>donor </a:t>
            </a:r>
            <a:r>
              <a:rPr lang="en-US" sz="2800" dirty="0" smtClean="0"/>
              <a:t>availability</a:t>
            </a:r>
          </a:p>
          <a:p>
            <a:r>
              <a:rPr lang="en-US" sz="2800" dirty="0" smtClean="0"/>
              <a:t>Reduces </a:t>
            </a:r>
            <a:r>
              <a:rPr lang="en-US" sz="2800" dirty="0"/>
              <a:t>manual </a:t>
            </a:r>
            <a:r>
              <a:rPr lang="en-US" sz="2800" dirty="0" smtClean="0"/>
              <a:t>coordination</a:t>
            </a:r>
          </a:p>
          <a:p>
            <a:r>
              <a:rPr lang="en-US" sz="2800" dirty="0" smtClean="0"/>
              <a:t>Scalable </a:t>
            </a:r>
            <a:r>
              <a:rPr lang="en-US" sz="2800" dirty="0"/>
              <a:t>and </a:t>
            </a:r>
            <a:r>
              <a:rPr lang="en-US" sz="2800" dirty="0" smtClean="0"/>
              <a:t>customizable</a:t>
            </a:r>
          </a:p>
          <a:p>
            <a:r>
              <a:rPr lang="en-US" sz="2800" dirty="0" smtClean="0"/>
              <a:t>Improves </a:t>
            </a:r>
            <a:r>
              <a:rPr lang="en-US" sz="2800" dirty="0"/>
              <a:t>emergency response time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85233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Future Enhancements</a:t>
            </a:r>
            <a:endParaRPr lang="en-IN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Integrate SMS/</a:t>
            </a:r>
            <a:r>
              <a:rPr lang="en-US" sz="2800" dirty="0" err="1" smtClean="0"/>
              <a:t>WhatsApp</a:t>
            </a:r>
            <a:r>
              <a:rPr lang="en-US" sz="2800" dirty="0" smtClean="0"/>
              <a:t> notifications</a:t>
            </a:r>
          </a:p>
          <a:p>
            <a:r>
              <a:rPr lang="en-US" sz="2800" dirty="0"/>
              <a:t>Add authentication and donor </a:t>
            </a:r>
            <a:r>
              <a:rPr lang="en-US" sz="2800" dirty="0" smtClean="0"/>
              <a:t>dashboard</a:t>
            </a:r>
          </a:p>
          <a:p>
            <a:r>
              <a:rPr lang="en-IN" sz="2800" dirty="0"/>
              <a:t>Implement multi-city donor </a:t>
            </a:r>
            <a:r>
              <a:rPr lang="en-IN" sz="2800" dirty="0" smtClean="0"/>
              <a:t>selection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9688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152" y="2150771"/>
            <a:ext cx="8596668" cy="1011515"/>
          </a:xfrm>
        </p:spPr>
        <p:txBody>
          <a:bodyPr>
            <a:noAutofit/>
          </a:bodyPr>
          <a:lstStyle/>
          <a:p>
            <a:r>
              <a:rPr lang="en-US" sz="8000" dirty="0" smtClean="0"/>
              <a:t>THANK YOU</a:t>
            </a:r>
            <a:endParaRPr lang="en-IN" sz="8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3033499"/>
            <a:ext cx="8596668" cy="1513914"/>
          </a:xfrm>
        </p:spPr>
        <p:txBody>
          <a:bodyPr>
            <a:normAutofit/>
          </a:bodyPr>
          <a:lstStyle/>
          <a:p>
            <a:r>
              <a:rPr lang="en-US" sz="2800" dirty="0" err="1" smtClean="0"/>
              <a:t>Byreddy</a:t>
            </a:r>
            <a:r>
              <a:rPr lang="en-US" sz="2800" dirty="0" smtClean="0"/>
              <a:t> </a:t>
            </a:r>
            <a:r>
              <a:rPr lang="en-US" sz="2800" dirty="0" err="1" smtClean="0"/>
              <a:t>Harshita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087415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</TotalTime>
  <Words>56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Automated Blood Donor Availability</vt:lpstr>
      <vt:lpstr>Problem Statement</vt:lpstr>
      <vt:lpstr>Workflow</vt:lpstr>
      <vt:lpstr>Advantages</vt:lpstr>
      <vt:lpstr>Future Enhancements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Blood Donor Availability</dc:title>
  <dc:creator>user</dc:creator>
  <cp:lastModifiedBy>user</cp:lastModifiedBy>
  <cp:revision>3</cp:revision>
  <dcterms:created xsi:type="dcterms:W3CDTF">2025-11-01T06:28:26Z</dcterms:created>
  <dcterms:modified xsi:type="dcterms:W3CDTF">2025-11-01T07:34:10Z</dcterms:modified>
</cp:coreProperties>
</file>